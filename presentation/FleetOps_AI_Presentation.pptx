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Score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EQ-026</c:v>
                  </c:pt>
                  <c:pt idx="1">
                    <c:v>EQ-024</c:v>
                  </c:pt>
                  <c:pt idx="2">
                    <c:v>EQ-008</c:v>
                  </c:pt>
                  <c:pt idx="3">
                    <c:v>EQ-013</c:v>
                  </c:pt>
                  <c:pt idx="4">
                    <c:v>EQ-004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56.1</c:v>
                </c:pt>
                <c:pt idx="1">
                  <c:v>53.6</c:v>
                </c:pt>
                <c:pt idx="2">
                  <c:v>52.6</c:v>
                </c:pt>
                <c:pt idx="3">
                  <c:v>45.7</c:v>
                </c:pt>
                <c:pt idx="4">
                  <c:v>35.8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73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730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63D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2344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0" y="19202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FleetOps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Operations Agent for Construction Equipment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75504" y="3703320"/>
            <a:ext cx="18288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+ Construction Machinery  →  AI + Operation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15th China International College Students' Innovation &amp; Entrepreneurship Competition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managers still fight spreadsheets instead of managing equipment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45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slow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3911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manually cross-reference hours, downtime, and fuel logs to answer basic operational questions.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8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 too late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2735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spikes and fuel waste are often discovered only after they've already cost money.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natural access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0799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 way to just ask “which equipment needs attention?” and get an instant, data-grounded answer.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fleet a question in plain language — get an instant, actionable answer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192024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A3A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77440" y="1920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equipment has the highest downtime?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E9EC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8986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EQ-024, EQ-013, and EQ-026 show 17-21% downtime — more than double the fleet average. Recommend priority inspection.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3877056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A3A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387705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causing the fuel spike on EQ-008?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855464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E9EC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85546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use jumped 47% over the last 14 days vs. its own baseline — consistent with a leak or clogged filter.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0" y="224028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natural-language answers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09560" y="288036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2761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priority flagging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09560" y="352044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3401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explanations, not just numbers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09560" y="416052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4041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fleet performance reports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 from raw fleet data to an operational decision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equipment logs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036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KPI calc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7492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76F5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tool calling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6948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6948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6404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6404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actions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Library (AI Agent Functions)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029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get_top_downtime_equipment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502920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34840" y="5029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get_equipment_needing_attention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46720" y="502920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5029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explain_utilization_trend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532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analyze_fuel_consumption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553212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34840" y="5532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generate_fleet_report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6720" y="553212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5532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compute_attention_scores (ML)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Insights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a realistic synthetic dataset with known embedded issues</a:t>
            </a:r>
            <a:endParaRPr lang="en-US" sz="1400" dirty="0"/>
          </a:p>
        </p:txBody>
      </p:sp>
      <p:pic>
        <p:nvPicPr>
          <p:cNvPr id="4" name="Image 0" descr="reports/chart_top_dow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675120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0664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21.2%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2219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downtime rate found (EQ-024) — more than double the fleet average.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36393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Fuel-consumption spike detected on EQ-008 vs. its own baseline.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4434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50566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flagged with statistically abnormal maintenance frequency.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 to Prioritize the Fleet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 (0-100) combines downtime, fuel deviation, maintenance frequency, and ML anomaly detection (Isolation Forest)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667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1945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doesn't need five separate charts — just one ranked list telling them exactly which unit to check first, and why.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Project Status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Data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(Function Calling)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(Isolation Forest)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Plotly, Matplotlib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Streamlit Community Cloud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10-Day Roadmap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6459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6459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 — Setup &amp; data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0299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0299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KPI calculation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4140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4140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4-5 — AI agent + LLM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7980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27980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Streamlit dashboard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1821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1821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ML anomaly detection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5661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5661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— Testing &amp; refinement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9502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39502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Docs &amp; presentation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43342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3342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— Final review &amp; submission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Smarter Operations Decisions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2004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proves that a small team can build a working AI operations agent in 10 days — one that turns raw construction-fleet data into a decision a manager can act on today.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75504" y="4343400"/>
            <a:ext cx="18288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2026-09-17T06:29:47Z</dcterms:created>
  <dcterms:modified xsi:type="dcterms:W3CDTF">2026-09-17T06:29:47Z</dcterms:modified>
</cp:coreProperties>
</file>